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28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286000" cy="2286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College Data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Syeda Ayesha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406 Colleges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46177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Bing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46177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Playwright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6177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Auto Enriched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THE FULL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463040" cy="3291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005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AICTE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Fetch 406 colleges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name, address, district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10512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1680" y="822960"/>
            <a:ext cx="1463040" cy="3291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822960"/>
            <a:ext cx="14630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00584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Bing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Find each college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website URL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47872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822960"/>
            <a:ext cx="1463040" cy="3291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82296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1005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22192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Playwright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22192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Open website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headless browser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85232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0" y="822960"/>
            <a:ext cx="1463040" cy="3291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82296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5989320" y="1005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59552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Emails, phones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social links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182880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23760" y="822960"/>
            <a:ext cx="1463040" cy="32918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82296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7726680" y="1005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96912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96912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Save enriched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dataset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29768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2976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Problem:  AICTE gives us AICTE ID, names &amp; addresses only — no websites, no emails, no phones.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STAGE 1  —  AICTE API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AICTE's website uses a hidden API to load college data on their dashboard. We found this URL by inspecting the browser's network requests (F12 &gt; Network tab) and call it directly in our script.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get back: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17830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74320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[0]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AICTE 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7830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1546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17830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56616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[2]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Address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17830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776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[3]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District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2743200"/>
            <a:ext cx="17830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74320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[4]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274320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Institution Type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3154680"/>
            <a:ext cx="1783080" cy="329184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31546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[5]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3154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Women College (Y/N)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3566160"/>
            <a:ext cx="1783080" cy="329184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56616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[6]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356616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Minority (Y/N)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3977640"/>
            <a:ext cx="1783080" cy="329184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39776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[7]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397764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University 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462272"/>
            <a:ext cx="3840480" cy="457200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4462272"/>
            <a:ext cx="457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462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No website URLs in the API — we must find them ourselves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777240"/>
            <a:ext cx="4434840" cy="4206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777240"/>
            <a:ext cx="4434840" cy="27432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777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scraper.py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109728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"https://facilities.aicte-india.org/...php"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"fetchdata"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"2025-2026"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"Andhra Pradesh"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}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requests.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(url, params=params)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response.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r>
              <a:rPr lang="en-US" sz="10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406 colleges as arrays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f'Total: </a:t>
            </a: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{len(data)}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colleges'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STAGE 2  —  BING SEARCH + URL DECODING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783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Bing?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Google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requires paid API key
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DuckDuckGo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blocks bots, returns blank page
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Bing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free, accessible, good .ac.in results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4114800" cy="1783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697480"/>
            <a:ext cx="4114800" cy="25603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697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search_bing(college_name)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"https://www.bing.com/search"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college_name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official website"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{"User-Agent"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"Mozilla/5.0"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12344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50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Bing Problem — Tracking URLs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Bing wraps every result in a redirect. The real URL is hidden inside, encoded as Base64: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084832"/>
            <a:ext cx="4206240" cy="594360"/>
          </a:xfrm>
          <a:prstGeom prst="rect">
            <a:avLst/>
          </a:prstGeom>
          <a:solidFill>
            <a:srgbClr val="2D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031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BEFORE  (what Bing gives us):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bing.com/ck/a?...&amp;u=a1aHR0cHM6Ly93d3cuZ2l0YW0uZWR1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2743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strip 'a1', base64 decode the rest  --&gt;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206240" cy="594360"/>
          </a:xfrm>
          <a:prstGeom prst="rect">
            <a:avLst/>
          </a:prstGeom>
          <a:solidFill>
            <a:srgbClr val="142D1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063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AFTER  (real URL):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https://www.gitam.edu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749040"/>
            <a:ext cx="420624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749040"/>
            <a:ext cx="4206240" cy="237744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7490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decode_bing_url(href)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402336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qs.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("u", [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])[0]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decoded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base64.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urlsafe_b64decode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 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strip 'a1' prefix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decoded.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("utf-8")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STAGE 3  —  PLAYWRIGHT (HEADLESS BROWSER)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1920240"/>
          </a:xfrm>
          <a:prstGeom prst="rect">
            <a:avLst/>
          </a:prstGeom>
          <a:solidFill>
            <a:srgbClr val="2D1B1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solidFill>
            <a:srgbClr val="3D1F1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95528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OLD WAY — requests.get()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requests.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
</a:t>
            </a:r>
            <a:r>
              <a:rPr lang="en-US" sz="10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Gets raw HTML only
# JavaScript never runs
# Result: emails = empty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4023360" cy="1920240"/>
          </a:xfrm>
          <a:prstGeom prst="rect">
            <a:avLst/>
          </a:prstGeom>
          <a:solidFill>
            <a:srgbClr val="142D1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solidFill>
            <a:srgbClr val="1A3D2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795528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NEW WAY — Playwright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browser.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new_page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page.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
page.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wait_for_timeout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10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 finishes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page.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731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Playwright runs a real invisible Chrome browser — it executes JavaScript just like a human visiting the site, then gives us the fully rendered page with all contact details loaded.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03320"/>
            <a:ext cx="8595360" cy="25603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703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Also follows links to contact / placement / admission subpages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["contact", "placement", "admission", "tpo"]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find_all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("a", href=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</a:t>
            </a:r>
            <a:r>
              <a:rPr lang="en-US" sz="10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all links on homepage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any(k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"href"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].lower()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keywords):  subpages.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STAGE 4  —  EXTRACTING EMAILS, PHONES &amp; SOCIALS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EMAIL EXTRACTION — 2 LAYERS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Method 1 — mailto: links  (most reliable)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on page:  &lt;a href="mailto:principal@gitam.edu"&gt;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7739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a[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"href"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].startswith(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"mailto:"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"href"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 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removes 'mailto:'
</a:t>
            </a:r>
            <a:r>
              <a:rPr lang="en-US" sz="10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-&gt; principal@gitam.edu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54864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887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Method 2 — Regex on page text  (fallback)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4813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Catches emails not inside clickable links: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soup.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re.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r"[A-Za-z0-9._%+-]+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@[A-Za-z0-9.-]+\.[A-Za-z]{2,}"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8595360" cy="256032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718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Classify each email into the right column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264408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emails: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"principal"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email:   row[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"Principal_Email"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email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"tpo"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email:       row[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"Placement_Email"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email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"admission"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email:  row[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"Admission_Email"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email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507992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4507992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507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Phone regex: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r"[6-9]\d{9}"</a:t>
            </a:r>
            <a:r>
              <a:rPr lang="en-US" sz="1000" dirty="0">
                <a:solidFill>
                  <a:srgbClr val="94A3B8"/>
                </a:solidFill>
              </a:rPr>
              <a:t>  — matches Indian mobile numbers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4507992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507992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507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Socials: scan all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href&gt;</a:t>
            </a:r>
            <a:r>
              <a:rPr lang="en-US" sz="1000" dirty="0">
                <a:solidFill>
                  <a:srgbClr val="94A3B8"/>
                </a:solidFill>
              </a:rPr>
              <a:t>  for facebook / linkedin / instagram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</a:rPr>
              <a:t>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28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18288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EB"/>
                </a:solidFill>
              </a:rPr>
              <a:t>406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Colleges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Processed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1828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822960"/>
            <a:ext cx="18288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05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</a:rPr>
              <a:t>20/20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Websites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Found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1828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182880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05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</a:rPr>
              <a:t>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6344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Emails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Extracted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1828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822960"/>
            <a:ext cx="1828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005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</a:rPr>
              <a:t>7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Phones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Extracted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Excel Columns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246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AICTE_ID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23160" y="324612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496312" y="3246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College_Name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324612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246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24612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93992" y="3246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657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Institution_Type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23160" y="365760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2496312" y="3657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65760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3657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Principal_Email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365760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793992" y="3657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Placement_Email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06908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Admission_Email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23160" y="406908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2496312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406908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4645152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Social_Links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20840" y="4069080"/>
            <a:ext cx="20574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6793992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933</Words>
  <Application>Microsoft Office PowerPoint</Application>
  <PresentationFormat>On-screen Show (16:9)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Data Scraper — How It Works</dc:title>
  <dc:subject>PptxGenJS Presentation</dc:subject>
  <dc:creator>PptxGenJS</dc:creator>
  <cp:lastModifiedBy>Syeda Ayesha</cp:lastModifiedBy>
  <cp:revision>4</cp:revision>
  <dcterms:created xsi:type="dcterms:W3CDTF">2026-04-01T08:07:39Z</dcterms:created>
  <dcterms:modified xsi:type="dcterms:W3CDTF">2026-04-01T08:33:04Z</dcterms:modified>
</cp:coreProperties>
</file>